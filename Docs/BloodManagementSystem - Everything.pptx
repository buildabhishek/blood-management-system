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80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863840" y="-182880"/>
            <a:ext cx="1828800" cy="1828800"/>
          </a:xfrm>
          <a:prstGeom prst="ellipse">
            <a:avLst/>
          </a:prstGeom>
          <a:solidFill>
            <a:srgbClr val="E74C3C">
              <a:alpha val="4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480560"/>
            <a:ext cx="8979408" cy="6629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Management System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11480" y="2057400"/>
            <a:ext cx="32004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Digital Solution for India's Blood Supply Chain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1572768" cy="41148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Hospitals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3246120"/>
            <a:ext cx="1572768" cy="411480"/>
          </a:xfrm>
          <a:prstGeom prst="rect">
            <a:avLst/>
          </a:prstGeom>
          <a:solidFill>
            <a:srgbClr val="1ABC9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130552" y="32461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Blood Banks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9624" y="3246120"/>
            <a:ext cx="1572768" cy="41148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9624" y="32461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Riders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68696" y="3246120"/>
            <a:ext cx="1572768" cy="411480"/>
          </a:xfrm>
          <a:prstGeom prst="rect">
            <a:avLst/>
          </a:prstGeom>
          <a:solidFill>
            <a:srgbClr val="2980B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68696" y="32461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87768" y="3246120"/>
            <a:ext cx="1572768" cy="411480"/>
          </a:xfrm>
          <a:prstGeom prst="rect">
            <a:avLst/>
          </a:prstGeom>
          <a:solidFill>
            <a:srgbClr val="922B2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87768" y="324612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Teams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4988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 •  Version 1.0  •  2026  •  Maharashtra, India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743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4747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DBD8"/>
                </a:solidFill>
              </a:rPr>
              <a:t>Currently in India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can't find blood fast in emergencies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for real-time availability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manually call multiple blood banks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8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transportation is unorganized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9808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lead to loss of patient life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5029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Real Impact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92040" y="1783080"/>
            <a:ext cx="3840480" cy="640080"/>
          </a:xfrm>
          <a:prstGeom prst="rect">
            <a:avLst/>
          </a:prstGeom>
          <a:solidFill>
            <a:srgbClr val="FADB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83480" y="181051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1810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Deaths annually from blood shortage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532888"/>
            <a:ext cx="3840480" cy="640080"/>
          </a:xfrm>
          <a:prstGeom prst="rect">
            <a:avLst/>
          </a:prstGeom>
          <a:solidFill>
            <a:srgbClr val="FADB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83480" y="25603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2560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Blood demand-supply gap in India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282696"/>
            <a:ext cx="3840480" cy="640080"/>
          </a:xfrm>
          <a:prstGeom prst="rect">
            <a:avLst/>
          </a:prstGeom>
          <a:solidFill>
            <a:srgbClr val="FADB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331012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72200" y="3310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Average wasted in manual blood search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4032504"/>
            <a:ext cx="3840480" cy="640080"/>
          </a:xfrm>
          <a:prstGeom prst="rect">
            <a:avLst/>
          </a:prstGeom>
          <a:solidFill>
            <a:srgbClr val="FADB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83480" y="405993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72200" y="405993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Emergency cases face critical delay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C0392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22B21"/>
                </a:solidFill>
              </a:rPr>
              <a:t>"Families search multiple places → Delay → Critical risk → Loss of life"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Blood Management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09728" cy="41376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6459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73152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Dashboard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90195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blood, raise requests, track delivery in real 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4114800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Dashboard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190195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inventory, donors, camps, and logistics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0040" y="3108960"/>
            <a:ext cx="4114800" cy="16459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20040" y="3108960"/>
            <a:ext cx="4114800" cy="7315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375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 (Mobile)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2920" y="382219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GPS-guided pickup &amp; delivery with status updates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4114800" cy="16459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754880" y="3108960"/>
            <a:ext cx="411480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375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Super Panel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937760" y="382219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control, audits, reports, onboarding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B7B8"/>
                </a:solidFill>
              </a:rPr>
              <a:t>One unified platform connecting every link in the blood supply chain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System?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09728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011680" cy="82296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1430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16128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01168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922B21"/>
                </a:solidFill>
              </a:rPr>
              <a:t>Full system control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" y="2286000"/>
            <a:ext cx="128016" cy="128016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21208" y="222199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blood banks &amp; hospitals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" y="2834640"/>
            <a:ext cx="128016" cy="128016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21208" y="277063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" y="3383280"/>
            <a:ext cx="128016" cy="128016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21208" y="33192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 logs &amp; compliance reports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" y="3931920"/>
            <a:ext cx="128016" cy="128016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21208" y="38679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inventory overview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14016" y="109728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414016" y="1097280"/>
            <a:ext cx="2011680" cy="82296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114300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08376" y="116128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414016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ABC9C"/>
                </a:solidFill>
              </a:rPr>
              <a:t>Manage blood &amp; requests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551176" y="2286000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2734056" y="222199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track blood inventory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551176" y="2834640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2734056" y="277063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hospital requests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551176" y="3383280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2734056" y="33192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riders for delivery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551176" y="3931920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2734056" y="38679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donors &amp; camps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626864" y="109728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4626864" y="1097280"/>
            <a:ext cx="2011680" cy="8229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1143000"/>
            <a:ext cx="548640" cy="5486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21224" y="116128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/ Doctor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4626864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2980B9"/>
                </a:solidFill>
              </a:rPr>
              <a:t>Request blood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764024" y="2286000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4946904" y="222199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blood availability nearby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764024" y="2834640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4946904" y="277063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requests with urgency level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764024" y="3383280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4946904" y="33192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 in real-time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764024" y="3931920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4946904" y="38679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 &amp; analytics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839712" y="109728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9"/>
          <p:cNvSpPr/>
          <p:nvPr/>
        </p:nvSpPr>
        <p:spPr>
          <a:xfrm>
            <a:off x="6839712" y="1097280"/>
            <a:ext cx="2011680" cy="8229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1143000"/>
            <a:ext cx="548640" cy="54864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434072" y="116128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6839712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67E22"/>
                </a:solidFill>
              </a:rPr>
              <a:t>Pickup &amp; delivery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6976872" y="2286000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3"/>
          <p:cNvSpPr/>
          <p:nvPr/>
        </p:nvSpPr>
        <p:spPr>
          <a:xfrm>
            <a:off x="7159752" y="222199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delivery task on mobile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976872" y="2834640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5"/>
          <p:cNvSpPr/>
          <p:nvPr/>
        </p:nvSpPr>
        <p:spPr>
          <a:xfrm>
            <a:off x="7159752" y="277063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 to blood bank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6976872" y="3383280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7"/>
          <p:cNvSpPr/>
          <p:nvPr/>
        </p:nvSpPr>
        <p:spPr>
          <a:xfrm>
            <a:off x="7159752" y="33192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 at pickup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6976872" y="3931920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9"/>
          <p:cNvSpPr/>
          <p:nvPr/>
        </p:nvSpPr>
        <p:spPr>
          <a:xfrm>
            <a:off x="7159752" y="38679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confirmation on delivery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566928" cy="56692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7830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1554480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56816" y="100584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59736" y="1115568"/>
            <a:ext cx="566928" cy="5669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459736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02536" y="17830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55448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30752" y="100584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233672" y="1115568"/>
            <a:ext cx="566928" cy="5669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233672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776472" y="17830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554480"/>
            <a:ext cx="201168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04688" y="100584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007608" y="111556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6007608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550408" y="17830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554480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278624" y="100584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781544" y="1115568"/>
            <a:ext cx="566928" cy="56692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7781544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324344" y="178308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182880" y="269748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685800" y="2807208"/>
            <a:ext cx="566928" cy="5669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685800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228600" y="347472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512" y="3246120"/>
            <a:ext cx="201168" cy="201168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956816" y="269748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2459736" y="2807208"/>
            <a:ext cx="566928" cy="56692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2459736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2002536" y="347472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3246120"/>
            <a:ext cx="201168" cy="20116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3730752" y="269748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4233672" y="2807208"/>
            <a:ext cx="566928" cy="5669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2"/>
          <p:cNvSpPr/>
          <p:nvPr/>
        </p:nvSpPr>
        <p:spPr>
          <a:xfrm>
            <a:off x="4233672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3776472" y="347472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3246120"/>
            <a:ext cx="201168" cy="201168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504688" y="269748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5"/>
          <p:cNvSpPr/>
          <p:nvPr/>
        </p:nvSpPr>
        <p:spPr>
          <a:xfrm>
            <a:off x="6007608" y="2807208"/>
            <a:ext cx="566928" cy="56692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6"/>
          <p:cNvSpPr/>
          <p:nvPr/>
        </p:nvSpPr>
        <p:spPr>
          <a:xfrm>
            <a:off x="6007608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46" name="Text 37"/>
          <p:cNvSpPr/>
          <p:nvPr/>
        </p:nvSpPr>
        <p:spPr>
          <a:xfrm>
            <a:off x="5550408" y="347472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3246120"/>
            <a:ext cx="201168" cy="201168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7278624" y="2697480"/>
            <a:ext cx="1572768" cy="141732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39"/>
          <p:cNvSpPr/>
          <p:nvPr/>
        </p:nvSpPr>
        <p:spPr>
          <a:xfrm>
            <a:off x="7781544" y="280720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0"/>
          <p:cNvSpPr/>
          <p:nvPr/>
        </p:nvSpPr>
        <p:spPr>
          <a:xfrm>
            <a:off x="7781544" y="2807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51" name="Text 41"/>
          <p:cNvSpPr/>
          <p:nvPr/>
        </p:nvSpPr>
        <p:spPr>
          <a:xfrm>
            <a:off x="7324344" y="347472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8732520" y="1719072"/>
            <a:ext cx="201168" cy="960120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3"/>
          <p:cNvSpPr/>
          <p:nvPr/>
        </p:nvSpPr>
        <p:spPr>
          <a:xfrm>
            <a:off x="182880" y="2679192"/>
            <a:ext cx="8567928" cy="45720"/>
          </a:xfrm>
          <a:prstGeom prst="rect">
            <a:avLst/>
          </a:prstGeom>
          <a:solidFill>
            <a:srgbClr val="566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AB7B8"/>
                </a:solidFill>
              </a:rPr>
              <a:t>Donor → Camp → Blood Bank → Hospital → Confirmed → Inventory Updated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/ Doctor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2029968" cy="1691640"/>
          </a:xfrm>
          <a:prstGeom prst="rect">
            <a:avLst/>
          </a:prstGeom>
          <a:solidFill>
            <a:srgbClr val="F2F3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2029968" cy="73152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075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30759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828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OTP or password login. JWT-protected session.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77440" y="1143000"/>
            <a:ext cx="2029968" cy="1691640"/>
          </a:xfrm>
          <a:prstGeom prst="rect">
            <a:avLst/>
          </a:prstGeom>
          <a:solidFill>
            <a:srgbClr val="F2F3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377440" y="1143000"/>
            <a:ext cx="2029968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30759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130759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Availability Search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468880" y="1828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blood group &amp; quantity. See nearest banks on map with live stock.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0" y="1143000"/>
            <a:ext cx="2029968" cy="1691640"/>
          </a:xfrm>
          <a:prstGeom prst="rect">
            <a:avLst/>
          </a:prstGeom>
          <a:solidFill>
            <a:srgbClr val="F2F3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572000" y="1143000"/>
            <a:ext cx="2029968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0759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130759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Blood Request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63440" y="1828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patient details, urgency level (Normal/Urgent/Critical) to blood bank.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66560" y="1143000"/>
            <a:ext cx="2029968" cy="1691640"/>
          </a:xfrm>
          <a:prstGeom prst="rect">
            <a:avLst/>
          </a:prstGeom>
          <a:solidFill>
            <a:srgbClr val="F2F3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766560" y="1143000"/>
            <a:ext cx="2029968" cy="7315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30759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130759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Tracking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58000" y="1828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status: Pending → Accepted → In Transit → Delivered with rider map.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82880" y="3063240"/>
            <a:ext cx="2029968" cy="1691640"/>
          </a:xfrm>
          <a:prstGeom prst="rect">
            <a:avLst/>
          </a:prstGeom>
          <a:solidFill>
            <a:srgbClr val="F2F3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82880" y="3063240"/>
            <a:ext cx="2029968" cy="7315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22783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322783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274320" y="3749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push alerts when blood bank accepts, rejects, or dispatches.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2377440" y="3063240"/>
            <a:ext cx="2029968" cy="1691640"/>
          </a:xfrm>
          <a:prstGeom prst="rect">
            <a:avLst/>
          </a:prstGeom>
          <a:solidFill>
            <a:srgbClr val="F2F3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2377440" y="3063240"/>
            <a:ext cx="2029968" cy="73152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880" y="3227832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926080" y="322783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Analytics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2468880" y="3749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usage charts, searchable request logs, export to PDF/Excel.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0" y="3063240"/>
            <a:ext cx="2029968" cy="1691640"/>
          </a:xfrm>
          <a:prstGeom prst="rect">
            <a:avLst/>
          </a:prstGeom>
          <a:solidFill>
            <a:srgbClr val="F2F3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4572000" y="3063240"/>
            <a:ext cx="2029968" cy="7315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227832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120640" y="322783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Mode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4663440" y="3749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rare/critical blood requests across the network.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766560" y="3063240"/>
            <a:ext cx="2029968" cy="1691640"/>
          </a:xfrm>
          <a:prstGeom prst="rect">
            <a:avLst/>
          </a:prstGeom>
          <a:solidFill>
            <a:srgbClr val="F2F3F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6766560" y="3063240"/>
            <a:ext cx="2029968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3227832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315200" y="322783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Bank Finder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6858000" y="3749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Matrix API ranks banks by proximity + real-time stock.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01168" y="1188720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1188720"/>
            <a:ext cx="502920" cy="109728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1168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1280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16276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blood units by group, component (PCV/FFP/SDP), quantity, collection date &amp; expiry. Auto-calculate shelf life.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2450592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01168" y="2450592"/>
            <a:ext cx="502920" cy="10972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1168" y="245059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" y="25420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" y="288950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heatmap (green/amber/red) per blood group. Configurable low-stock alerts.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3712464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01168" y="3712464"/>
            <a:ext cx="502920" cy="10972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01168" y="371246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" y="3803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" y="415137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hospital requests. Accept or reject with one click. Assign an available rider instantly.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8888" y="1188720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18888" y="1188720"/>
            <a:ext cx="502920" cy="10972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18888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13248" y="1280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13248" y="16276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donor profiles with donation history. Eligibility checker (56-day male, 90-day female). SMS recall system.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18888" y="2450592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18888" y="2450592"/>
            <a:ext cx="502920" cy="109728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18888" y="245059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13248" y="25420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Camp 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288950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donation camps with GPS location, date, and collection target. Track units in real time.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18888" y="3712464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18888" y="3712464"/>
            <a:ext cx="502920" cy="109728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18888" y="371246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13248" y="3803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415137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collection reports, hospital-wise supply data, rider logistics dashboard with ETA tracking.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/ Delivery App (Mobile)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374904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25880" y="1170432"/>
            <a:ext cx="457200" cy="137160"/>
          </a:xfrm>
          <a:prstGeom prst="ellipse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2340864" cy="3108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</a:rPr>
              <a:t>🏍 Rider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194560" cy="384048"/>
          </a:xfrm>
          <a:prstGeom prst="rect">
            <a:avLst/>
          </a:prstGeom>
          <a:solidFill>
            <a:srgbClr val="1ABC9C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984248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📋 Task: Deliver O+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194560" cy="384048"/>
          </a:xfrm>
          <a:prstGeom prst="rect">
            <a:avLst/>
          </a:prstGeom>
          <a:solidFill>
            <a:srgbClr val="2980B9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" y="2487168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📍 Navigate to Bank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194560" cy="384048"/>
          </a:xfrm>
          <a:prstGeom prst="rect">
            <a:avLst/>
          </a:prstGeom>
          <a:solidFill>
            <a:srgbClr val="E67E22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" y="2990088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📦 Pickup: Scan unit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2194560" cy="384048"/>
          </a:xfrm>
          <a:prstGeom prst="rect">
            <a:avLst/>
          </a:prstGeom>
          <a:solidFill>
            <a:srgbClr val="C0392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3493008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🚗 In Transit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2194560" cy="384048"/>
          </a:xfrm>
          <a:prstGeom prst="rect">
            <a:avLst/>
          </a:prstGeom>
          <a:solidFill>
            <a:srgbClr val="1ABC9C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" y="3995928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✅ Delivered (OTP)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3240" y="1097280"/>
            <a:ext cx="2788920" cy="11430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172968" y="1207008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1243584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721608" y="11887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Mobile Login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172968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No password needed — secure 6-digit OTP login on the app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35040" y="1097280"/>
            <a:ext cx="2788920" cy="11430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144768" y="1207008"/>
            <a:ext cx="457200" cy="4572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243584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693408" y="11887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44768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Instantly notified on new pickup task assignment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063240" y="2423160"/>
            <a:ext cx="2788920" cy="11430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3172968" y="2532888"/>
            <a:ext cx="457200" cy="45720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544" y="2569464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721608" y="2514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3172968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Turn-by-turn Google Maps route: Blood bank → Hospital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035040" y="2423160"/>
            <a:ext cx="2788920" cy="11430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6144768" y="2532888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2569464"/>
            <a:ext cx="384048" cy="38404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693408" y="2514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 at Pickup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144768" y="3017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Scan blood unit barcode to verify and confirm pickup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063240" y="3749040"/>
            <a:ext cx="2788920" cy="11430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3"/>
          <p:cNvSpPr/>
          <p:nvPr/>
        </p:nvSpPr>
        <p:spPr>
          <a:xfrm>
            <a:off x="3172968" y="3858768"/>
            <a:ext cx="457200" cy="4572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9544" y="3895344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721608" y="38404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Delivery Confirm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3172968" y="4343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Hospital staff provides OTP or digital signature on delivery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035040" y="3749040"/>
            <a:ext cx="2788920" cy="114300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7"/>
          <p:cNvSpPr/>
          <p:nvPr/>
        </p:nvSpPr>
        <p:spPr>
          <a:xfrm>
            <a:off x="6144768" y="3858768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895344"/>
            <a:ext cx="384048" cy="38404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693408" y="38404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Every 10 Seconds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6144768" y="4343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Real-time rider location broadcast during active delivery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Super Panel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143000"/>
            <a:ext cx="2743200" cy="1645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114300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325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3075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Management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0896" y="189280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blood banks, hospitals, and riders. Update or deactivate any entity from one place.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82112" y="1143000"/>
            <a:ext cx="2743200" cy="1645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182112" y="1143000"/>
            <a:ext cx="2743200" cy="640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325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22192" y="13075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91840" y="189280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suspend, delete accounts. Assign and change roles across the entire system.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63056" y="1143000"/>
            <a:ext cx="2743200" cy="1645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163056" y="1143000"/>
            <a:ext cx="2743200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325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3136" y="13075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Inventory View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72784" y="189280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Bird's-eye view of all blood stock across every registered blood bank in the country.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01168" y="3017520"/>
            <a:ext cx="2743200" cy="1645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201168" y="3017520"/>
            <a:ext cx="27432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2004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3182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10896" y="376732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timestamp, user ID, and IP address for full traceability.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82112" y="3017520"/>
            <a:ext cx="2743200" cy="1645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182112" y="3017520"/>
            <a:ext cx="2743200" cy="6400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20040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22192" y="3182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91840" y="376732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CDSCO/Drug Controller-ready export of supply chain data for regulatory submission.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63056" y="3017520"/>
            <a:ext cx="2743200" cy="1645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163056" y="3017520"/>
            <a:ext cx="2743200" cy="640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20040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03136" y="3182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Monitoring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72784" y="376732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health dashboard: API performance, error rates, delivery SLAs, and alerts.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520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+ Tailwind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&amp; Blood Bank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Spring Boot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APIs, business logic, RBAC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Inventory, requests, users, audit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Rider delivery app (Android &amp; iOS)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Socket.io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tracking, instant status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bank search, rider navigation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FCM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alerts for hospitals and riders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OTP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token login with SMS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+ AES-256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control, encryption, audit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DigitalOcean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Hosting, storage,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06240" cy="1115568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38328" y="1417320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4447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1170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" y="157276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role (Admin, Blood Bank, Hospital, Rider) gets precisely scoped permissions — no over-privileged access.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90872" y="1097280"/>
            <a:ext cx="4206240" cy="1115568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475488" cy="47548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14447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170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67528" y="157276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signed tokens issued on login. Auto-expire with 401 handling on frontend. OTP fallback for mobile users.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28600" y="2395728"/>
            <a:ext cx="4206240" cy="1115568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38328" y="2715768"/>
            <a:ext cx="475488" cy="47548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" y="274320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" y="24688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Data Encryption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05256" y="287121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and donor personal data encrypted at rest. Cold chain temperature logs signed with checksum to detect tampering.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90872" y="2395728"/>
            <a:ext cx="4206240" cy="1115568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800600" y="2715768"/>
            <a:ext cx="475488" cy="47548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274320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67528" y="24688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TLS/HTTPS Enforcement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67528" y="287121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endpoints served over encrypted HTTPS. No plain-text data in transit at any layer.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28600" y="3694176"/>
            <a:ext cx="4206240" cy="1115568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38328" y="4014216"/>
            <a:ext cx="475488" cy="47548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" y="4041648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5256" y="376732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DDoS Protection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05256" y="41696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Redis/Bucket4j rate limiting on every endpoint. Prevents abuse and protects system uptime.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690872" y="3694176"/>
            <a:ext cx="4206240" cy="1115568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800600" y="4014216"/>
            <a:ext cx="475488" cy="47548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4041648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67528" y="376732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&amp; Compliance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67528" y="41696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recorded: user ID, IP, timestamp, action type. CDSCO/Drug Controller compliance report export ready.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Implementation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02996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029968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11155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148132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Weeks 1–4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1847088" cy="384048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9385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Core Backend &amp; Auth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migration from H2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8094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916936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41071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 (SMS/Email)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968496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90448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462272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3982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handling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04872" y="1097280"/>
            <a:ext cx="202996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404872" y="1097280"/>
            <a:ext cx="2029968" cy="7772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404872" y="11155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04872" y="148132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Weeks 5–10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96312" y="1938528"/>
            <a:ext cx="1847088" cy="384048"/>
          </a:xfrm>
          <a:prstGeom prst="rect">
            <a:avLst/>
          </a:prstGeom>
          <a:solidFill>
            <a:srgbClr val="2980B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96312" y="19385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980B9"/>
                </a:solidFill>
              </a:rPr>
              <a:t>Hospital Dashboard (React)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2487168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24912" y="242316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 + protected routes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42032" y="2980944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24912" y="2916936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availability search + Maps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42032" y="3474720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24912" y="341071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request with urgency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42032" y="3968496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24912" y="390448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request tracking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42032" y="4462272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24912" y="43982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push notifications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26864" y="1097280"/>
            <a:ext cx="202996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26864" y="1097280"/>
            <a:ext cx="2029968" cy="77724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26864" y="11155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26864" y="148132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Weeks 11–18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18304" y="1938528"/>
            <a:ext cx="1847088" cy="384048"/>
          </a:xfrm>
          <a:prstGeom prst="rect">
            <a:avLst/>
          </a:prstGeom>
          <a:solidFill>
            <a:srgbClr val="1ABC9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18304" y="19385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BC9C"/>
                </a:solidFill>
              </a:rPr>
              <a:t>Blood Bank + Rider App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64024" y="2487168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46904" y="242316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donor management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64024" y="2980944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46904" y="2916936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camp management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64024" y="3474720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46904" y="341071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accept/reject/assign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64024" y="3968496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946904" y="390448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rider mobile app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64024" y="4462272"/>
            <a:ext cx="128016" cy="12801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46904" y="43982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+ barcode scan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48856" y="1097280"/>
            <a:ext cx="202996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848856" y="1097280"/>
            <a:ext cx="2029968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848856" y="11155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848856" y="148132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Weeks 19–24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40296" y="1938528"/>
            <a:ext cx="1847088" cy="384048"/>
          </a:xfrm>
          <a:prstGeom prst="rect">
            <a:avLst/>
          </a:prstGeom>
          <a:solidFill>
            <a:srgbClr val="E67E22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940296" y="19385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</a:rPr>
              <a:t>Admin Panel + Deployment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86016" y="2487168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168896" y="242316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super panel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86016" y="2980944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168896" y="2916936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(AES-256)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86016" y="3474720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168896" y="341071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986016" y="3968496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168896" y="390448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DigitalOcean deployment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986016" y="4462272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168896" y="43982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compliance reports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097280"/>
            <a:ext cx="2743200" cy="17373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Patients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1248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Lives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" y="196596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Faster blood procurement reduces critical delays from hours to minutes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82112" y="1097280"/>
            <a:ext cx="2743200" cy="17373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182112" y="1097280"/>
            <a:ext cx="2743200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</a:rPr>
              <a:t>Hospitals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822192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91840" y="196596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No more phone calls to multiple banks — one search finds availability instantly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63056" y="1097280"/>
            <a:ext cx="2743200" cy="17373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163056" y="1097280"/>
            <a:ext cx="2743200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2801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03136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</a:rPr>
              <a:t>Blood Banks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803136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Wastage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72784" y="196596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Expiry tracking and real-time stock alerts prevent blood from going unused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01168" y="3063240"/>
            <a:ext cx="2743200" cy="17373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201168" y="3063240"/>
            <a:ext cx="2743200" cy="640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24612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1248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Riders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41248" y="3474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10896" y="393192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Step-by-step app guidance eliminates confusion during urgent deliveries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182112" y="3063240"/>
            <a:ext cx="2743200" cy="17373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3182112" y="3063240"/>
            <a:ext cx="2743200" cy="6400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24612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22192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2B21"/>
                </a:solidFill>
              </a:rPr>
              <a:t>Doctors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822192" y="3474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Control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291840" y="393192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Emergency mode and urgency levels ensure critical cases are prioritized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63056" y="3063240"/>
            <a:ext cx="2743200" cy="1737360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6163056" y="3063240"/>
            <a:ext cx="2743200" cy="64008"/>
          </a:xfrm>
          <a:prstGeom prst="rect">
            <a:avLst/>
          </a:prstGeom>
          <a:solidFill>
            <a:srgbClr val="56657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24612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03136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66573"/>
                </a:solidFill>
              </a:rPr>
              <a:t>Government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6803136" y="3474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272784" y="393192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A"/>
                </a:solidFill>
              </a:rPr>
              <a:t>Audit logs and compliance exports satisfy regulatory requirements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922B21">
              <a:alpha val="30000"/>
            </a:srgbClr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C3E50">
              <a:alpha val="50000"/>
            </a:srgbClr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Counts.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371600" y="28346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 Management System ensures the right blood reaches the right patient at the right 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0" y="3611880"/>
            <a:ext cx="3657600" cy="530352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43200" y="36118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DRC Tech Solutions PVT LTD |  Maharashtra, India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AAB7B8"/>
                </a:solidFill>
              </a:rPr>
              <a:t>chaitanyajad27@gmail.com  </a:t>
            </a:r>
            <a:r>
              <a:rPr lang="en-US" sz="1100" dirty="0">
                <a:solidFill>
                  <a:srgbClr val="AAB7B8"/>
                </a:solidFill>
              </a:rPr>
              <a:t>•  </a:t>
            </a:r>
            <a:r>
              <a:rPr lang="en-US" sz="1100">
                <a:solidFill>
                  <a:srgbClr val="AAB7B8"/>
                </a:solidFill>
              </a:rPr>
              <a:t>+91-8010856322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1317</Words>
  <Application>Microsoft Office PowerPoint</Application>
  <PresentationFormat>On-screen Show (16:9)</PresentationFormat>
  <Paragraphs>277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Management System</dc:title>
  <dc:subject>PptxGenJS Presentation</dc:subject>
  <dc:creator>BMS Team</dc:creator>
  <cp:lastModifiedBy>Abhishek Thakare</cp:lastModifiedBy>
  <cp:revision>4</cp:revision>
  <dcterms:created xsi:type="dcterms:W3CDTF">2026-03-30T04:41:44Z</dcterms:created>
  <dcterms:modified xsi:type="dcterms:W3CDTF">2026-04-28T10:06:04Z</dcterms:modified>
</cp:coreProperties>
</file>